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D41BF5-FFF9-4C47-9A93-9343B13EF7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BA0C04-7332-470E-982E-894986D0C5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1E7DDD0-D111-43E7-94B5-A5ABFE8D325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60000" y="720000"/>
            <a:ext cx="720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Council preparation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Decision: approve the maintenance schedule.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360000" y="720000"/>
            <a:ext cx="720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Operations follow-up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Owner: Alex. Next review: October 8.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